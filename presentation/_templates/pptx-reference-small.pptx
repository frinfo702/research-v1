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53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53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53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53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53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53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53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53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53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97" autoAdjust="0"/>
    <p:restoredTop sz="80490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2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2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2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2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02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02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02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02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2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02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02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02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0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255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275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148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02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892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892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892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892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892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8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785"/>
            </a:lvl1pPr>
            <a:lvl2pPr>
              <a:defRPr sz="1530"/>
            </a:lvl2pPr>
            <a:lvl3pPr>
              <a:defRPr sz="1275"/>
            </a:lvl3pPr>
            <a:lvl4pPr>
              <a:defRPr sz="1148"/>
            </a:lvl4pPr>
            <a:lvl5pPr>
              <a:defRPr sz="1148"/>
            </a:lvl5pPr>
            <a:lvl6pPr>
              <a:defRPr sz="1148"/>
            </a:lvl6pPr>
            <a:lvl7pPr>
              <a:defRPr sz="1148"/>
            </a:lvl7pPr>
            <a:lvl8pPr>
              <a:defRPr sz="1148"/>
            </a:lvl8pPr>
            <a:lvl9pPr>
              <a:defRPr sz="114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785"/>
            </a:lvl1pPr>
            <a:lvl2pPr>
              <a:defRPr sz="1530"/>
            </a:lvl2pPr>
            <a:lvl3pPr>
              <a:defRPr sz="1275"/>
            </a:lvl3pPr>
            <a:lvl4pPr>
              <a:defRPr sz="1148"/>
            </a:lvl4pPr>
            <a:lvl5pPr>
              <a:defRPr sz="1148"/>
            </a:lvl5pPr>
            <a:lvl6pPr>
              <a:defRPr sz="1148"/>
            </a:lvl6pPr>
            <a:lvl7pPr>
              <a:defRPr sz="1148"/>
            </a:lvl7pPr>
            <a:lvl8pPr>
              <a:defRPr sz="1148"/>
            </a:lvl8pPr>
            <a:lvl9pPr>
              <a:defRPr sz="114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530" b="1"/>
            </a:lvl1pPr>
            <a:lvl2pPr marL="342900" indent="0">
              <a:buNone/>
              <a:defRPr sz="1275" b="1"/>
            </a:lvl2pPr>
            <a:lvl3pPr marL="685800" indent="0">
              <a:buNone/>
              <a:defRPr sz="1148" b="1"/>
            </a:lvl3pPr>
            <a:lvl4pPr marL="1028700" indent="0">
              <a:buNone/>
              <a:defRPr sz="1020" b="1"/>
            </a:lvl4pPr>
            <a:lvl5pPr marL="1371600" indent="0">
              <a:buNone/>
              <a:defRPr sz="1020" b="1"/>
            </a:lvl5pPr>
            <a:lvl6pPr marL="1714500" indent="0">
              <a:buNone/>
              <a:defRPr sz="1020" b="1"/>
            </a:lvl6pPr>
            <a:lvl7pPr marL="2057400" indent="0">
              <a:buNone/>
              <a:defRPr sz="1020" b="1"/>
            </a:lvl7pPr>
            <a:lvl8pPr marL="2400300" indent="0">
              <a:buNone/>
              <a:defRPr sz="1020" b="1"/>
            </a:lvl8pPr>
            <a:lvl9pPr marL="2743200" indent="0">
              <a:buNone/>
              <a:defRPr sz="10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530"/>
            </a:lvl1pPr>
            <a:lvl2pPr>
              <a:defRPr sz="1275"/>
            </a:lvl2pPr>
            <a:lvl3pPr>
              <a:defRPr sz="1148"/>
            </a:lvl3pPr>
            <a:lvl4pPr>
              <a:defRPr sz="1020"/>
            </a:lvl4pPr>
            <a:lvl5pPr>
              <a:defRPr sz="1020"/>
            </a:lvl5pPr>
            <a:lvl6pPr>
              <a:defRPr sz="1020"/>
            </a:lvl6pPr>
            <a:lvl7pPr>
              <a:defRPr sz="1020"/>
            </a:lvl7pPr>
            <a:lvl8pPr>
              <a:defRPr sz="1020"/>
            </a:lvl8pPr>
            <a:lvl9pPr>
              <a:defRPr sz="10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530" b="1"/>
            </a:lvl1pPr>
            <a:lvl2pPr marL="342900" indent="0">
              <a:buNone/>
              <a:defRPr sz="1275" b="1"/>
            </a:lvl2pPr>
            <a:lvl3pPr marL="685800" indent="0">
              <a:buNone/>
              <a:defRPr sz="1148" b="1"/>
            </a:lvl3pPr>
            <a:lvl4pPr marL="1028700" indent="0">
              <a:buNone/>
              <a:defRPr sz="1020" b="1"/>
            </a:lvl4pPr>
            <a:lvl5pPr marL="1371600" indent="0">
              <a:buNone/>
              <a:defRPr sz="1020" b="1"/>
            </a:lvl5pPr>
            <a:lvl6pPr marL="1714500" indent="0">
              <a:buNone/>
              <a:defRPr sz="1020" b="1"/>
            </a:lvl6pPr>
            <a:lvl7pPr marL="2057400" indent="0">
              <a:buNone/>
              <a:defRPr sz="1020" b="1"/>
            </a:lvl7pPr>
            <a:lvl8pPr marL="2400300" indent="0">
              <a:buNone/>
              <a:defRPr sz="1020" b="1"/>
            </a:lvl8pPr>
            <a:lvl9pPr marL="2743200" indent="0">
              <a:buNone/>
              <a:defRPr sz="10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530"/>
            </a:lvl1pPr>
            <a:lvl2pPr>
              <a:defRPr sz="1275"/>
            </a:lvl2pPr>
            <a:lvl3pPr>
              <a:defRPr sz="1148"/>
            </a:lvl3pPr>
            <a:lvl4pPr>
              <a:defRPr sz="1020"/>
            </a:lvl4pPr>
            <a:lvl5pPr>
              <a:defRPr sz="1020"/>
            </a:lvl5pPr>
            <a:lvl6pPr>
              <a:defRPr sz="1020"/>
            </a:lvl6pPr>
            <a:lvl7pPr>
              <a:defRPr sz="1020"/>
            </a:lvl7pPr>
            <a:lvl8pPr>
              <a:defRPr sz="1020"/>
            </a:lvl8pPr>
            <a:lvl9pPr>
              <a:defRPr sz="10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27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040"/>
            </a:lvl1pPr>
            <a:lvl2pPr>
              <a:defRPr sz="1785"/>
            </a:lvl2pPr>
            <a:lvl3pPr>
              <a:defRPr sz="1530"/>
            </a:lvl3pPr>
            <a:lvl4pPr>
              <a:defRPr sz="1275"/>
            </a:lvl4pPr>
            <a:lvl5pPr>
              <a:defRPr sz="1275"/>
            </a:lvl5pPr>
            <a:lvl6pPr>
              <a:defRPr sz="1275"/>
            </a:lvl6pPr>
            <a:lvl7pPr>
              <a:defRPr sz="1275"/>
            </a:lvl7pPr>
            <a:lvl8pPr>
              <a:defRPr sz="1275"/>
            </a:lvl8pPr>
            <a:lvl9pPr>
              <a:defRPr sz="12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892"/>
            </a:lvl1pPr>
            <a:lvl2pPr marL="342900" indent="0">
              <a:buNone/>
              <a:defRPr sz="765"/>
            </a:lvl2pPr>
            <a:lvl3pPr marL="685800" indent="0">
              <a:buNone/>
              <a:defRPr sz="7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27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040"/>
            </a:lvl1pPr>
            <a:lvl2pPr marL="342900" indent="0">
              <a:buNone/>
              <a:defRPr sz="1785"/>
            </a:lvl2pPr>
            <a:lvl3pPr marL="685800" indent="0">
              <a:buNone/>
              <a:defRPr sz="1530"/>
            </a:lvl3pPr>
            <a:lvl4pPr marL="1028700" indent="0">
              <a:buNone/>
              <a:defRPr sz="1275"/>
            </a:lvl4pPr>
            <a:lvl5pPr marL="1371600" indent="0">
              <a:buNone/>
              <a:defRPr sz="1275"/>
            </a:lvl5pPr>
            <a:lvl6pPr marL="1714500" indent="0">
              <a:buNone/>
              <a:defRPr sz="1275"/>
            </a:lvl6pPr>
            <a:lvl7pPr marL="2057400" indent="0">
              <a:buNone/>
              <a:defRPr sz="1275"/>
            </a:lvl7pPr>
            <a:lvl8pPr marL="2400300" indent="0">
              <a:buNone/>
              <a:defRPr sz="1275"/>
            </a:lvl8pPr>
            <a:lvl9pPr marL="2743200" indent="0">
              <a:buNone/>
              <a:defRPr sz="1275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892"/>
            </a:lvl1pPr>
            <a:lvl2pPr marL="342900" indent="0">
              <a:buNone/>
              <a:defRPr sz="765"/>
            </a:lvl2pPr>
            <a:lvl3pPr marL="685800" indent="0">
              <a:buNone/>
              <a:defRPr sz="7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28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1785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