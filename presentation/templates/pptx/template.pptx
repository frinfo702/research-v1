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68" autoAdjust="0"/>
  </p:normalViewPr>
  <p:slideViewPr>
    <p:cSldViewPr snapToGrid="0" snapToObjects="1">
      <p:cViewPr varScale="1">
        <p:scale>
          <a:sx n="158" d="100"/>
          <a:sy n="158" d="100"/>
        </p:scale>
        <p:origin x="856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2/8/26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797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D2103-A3C8-274D-80F3-108711FD1DDB}" type="datetime1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40408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52185"/>
            <a:ext cx="8229600" cy="364243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17E99-6077-1E46-9AEF-B595EE5EEB45}" type="datetime1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FEB79-D017-B344-AADA-3FCDA11E40AC}" type="datetime1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A905-8617-1A44-930C-8277174A5DC6}" type="datetime1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2529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861192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370933"/>
            <a:ext cx="4040188" cy="3223689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861192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370933"/>
            <a:ext cx="4041775" cy="3223689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B6E2-9383-1D43-9902-61ED3FD90156}" type="datetime1">
              <a:rPr lang="en-US" smtClean="0"/>
              <a:t>2/8/26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B0408-1B9C-5A46-B675-262756309232}" type="slidenum">
              <a:rPr lang="en-US" smtClean="0"/>
              <a:pPr/>
              <a:t>‹#›</a:t>
            </a:fld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7C6E3-F6D7-2042-BF49-2A03AC5D294E}" type="datetime1">
              <a:rPr lang="en-US" smtClean="0"/>
              <a:t>2/8/26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135CD-FE5A-6241-A0D5-5F8D2149AA6D}" type="datetime1">
              <a:rPr lang="en-US" smtClean="0"/>
              <a:t>2/8/26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97BBA-F049-244B-AD7E-EEBE0D5BD018}" type="datetime1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43509-F259-4C45-9B66-8D0CAE6DF935}" type="datetime1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5EA42-C278-2B40-AF87-894DFC589EFD}" type="datetime1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0C63-0224-A147-B8C3-5898ED2FF34C}" type="datetime1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359F6F-14C3-4744-BF6B-F86F388A0C1C}" type="datetime1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F3A72-70A8-C04F-DB8D-173EEA9EF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38E85-EC0F-3A8C-862C-351670D62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en-JP" dirty="0"/>
              <a:t>itle and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5D531-E050-60A7-B9CF-CAD7137DB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JP" dirty="0"/>
              <a:t>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37C3F-28CF-9EEC-DADA-831F66263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68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6E363-E336-F766-2AB0-666A21AE5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JP" dirty="0"/>
              <a:t>election 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3F4C80-B88E-E2EE-5814-F72684C149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JP" dirty="0"/>
              <a:t>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A5D25-8914-86C1-5A3F-D12F3B066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717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4CCB7-D12C-67BC-297F-B3848BD72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en-JP" dirty="0"/>
              <a:t>itle for two-content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2B0A-CB93-05C0-9AD4-B32553FB6F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</a:t>
            </a:r>
            <a:r>
              <a:rPr lang="en-JP" dirty="0"/>
              <a:t>eft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F3998C-2175-A9AA-A720-92B66495263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R</a:t>
            </a:r>
            <a:r>
              <a:rPr lang="en-JP" dirty="0"/>
              <a:t>ight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00C03F-CEB1-1EC3-C85A-0D24C0FD5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043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7D2C1-949C-9C63-8A85-55D37881D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JP" dirty="0"/>
              <a:t>omparison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D0C0B-E5F1-A1E3-0054-A951425A08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</a:t>
            </a:r>
            <a:r>
              <a:rPr lang="en-JP" dirty="0"/>
              <a:t>eft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6B2C47-5241-761C-4A8B-DAEDDF52DD1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L</a:t>
            </a:r>
            <a:r>
              <a:rPr lang="en-JP" dirty="0"/>
              <a:t>eft text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8E88D8-07AB-92EF-A591-E5F0ECBAAA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</a:t>
            </a:r>
            <a:r>
              <a:rPr lang="en-JP" dirty="0"/>
              <a:t>ight 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EAE28-27CF-C68F-9836-E9CF6892E3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R</a:t>
            </a:r>
            <a:r>
              <a:rPr lang="en-JP" dirty="0"/>
              <a:t>ight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510F8B-D033-B601-2CCC-4C57BBA92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B0408-1B9C-5A46-B675-262756309232}" type="slidenum">
              <a:rPr lang="en-US" smtClean="0"/>
              <a:pPr/>
              <a:t>5</a:t>
            </a:fld>
            <a:fld id="{C5EF2332-01BF-834F-8236-50238282D53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301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4E2AA-ECDA-E1F9-D4D2-DA59C9424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 T</a:t>
            </a:r>
            <a:r>
              <a:rPr lang="en-JP" dirty="0"/>
              <a:t>itle for content with caption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8535E-F2E9-37A9-1916-ED58FDC00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JP" dirty="0"/>
              <a:t>caption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7E4505-F679-E5C0-AC58-05907040050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## T</a:t>
            </a:r>
            <a:r>
              <a:rPr lang="en-JP" dirty="0"/>
              <a:t>ext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38BB4C-E364-A7C5-B37E-9CB033CBC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341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D7F2C-A098-8D74-106C-5C7A70D51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P" dirty="0"/>
              <a:t>#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1CF119-FF9C-4096-3856-851C4789C589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C2A60C-A344-8B57-B131-3FDE2E0E61C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JP" dirty="0"/>
              <a:t>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0466-5813-DCE9-006A-B4B994E28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87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66</Words>
  <Application>Microsoft Macintosh PowerPoint</Application>
  <PresentationFormat>On-screen Show (16:9)</PresentationFormat>
  <Paragraphs>31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Presentation Title</vt:lpstr>
      <vt:lpstr>Title and content</vt:lpstr>
      <vt:lpstr>Selection header</vt:lpstr>
      <vt:lpstr>Title for two-content</vt:lpstr>
      <vt:lpstr>Comparison</vt:lpstr>
      <vt:lpstr># Title for content with caption</vt:lpstr>
      <vt:lpstr># 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後藤 健一郎(is0724rp)</cp:lastModifiedBy>
  <cp:revision>11</cp:revision>
  <dcterms:created xsi:type="dcterms:W3CDTF">2017-06-05T14:10:58Z</dcterms:created>
  <dcterms:modified xsi:type="dcterms:W3CDTF">2026-02-08T12:59:34Z</dcterms:modified>
</cp:coreProperties>
</file>