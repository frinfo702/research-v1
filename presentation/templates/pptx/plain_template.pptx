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68" autoAdjust="0"/>
  </p:normalViewPr>
  <p:slideViewPr>
    <p:cSldViewPr snapToGrid="0" snapToObjects="1">
      <p:cViewPr varScale="1">
        <p:scale>
          <a:sx n="158" d="100"/>
          <a:sy n="158" d="100"/>
        </p:scale>
        <p:origin x="85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97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D2103-A3C8-274D-80F3-108711FD1DDB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85296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7689"/>
            <a:ext cx="8229600" cy="3906933"/>
          </a:xfrm>
        </p:spPr>
        <p:txBody>
          <a:bodyPr/>
          <a:lstStyle>
            <a:lvl1pPr>
              <a:defRPr sz="19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7E99-6077-1E46-9AEF-B595EE5EEB45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EB79-D017-B344-AADA-3FCDA11E40AC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A905-8617-1A44-930C-8277174A5DC6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2529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861192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70933"/>
            <a:ext cx="4040188" cy="322368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861192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370933"/>
            <a:ext cx="4041775" cy="322368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B6E2-9383-1D43-9902-61ED3FD90156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0408-1B9C-5A46-B675-262756309232}" type="slidenum">
              <a:rPr lang="en-US" smtClean="0"/>
              <a:pPr/>
              <a:t>‹#›</a:t>
            </a:fld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7C6E3-F6D7-2042-BF49-2A03AC5D294E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35CD-FE5A-6241-A0D5-5F8D2149AA6D}" type="datetime1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Font typeface="Wingdings" pitchFamily="2" charset="2"/>
              <a:buChar char="v"/>
              <a:defRPr sz="1500"/>
            </a:lvl1pPr>
            <a:lvl2pPr marL="342900" indent="0">
              <a:buFont typeface="Wingdings" pitchFamily="2" charset="2"/>
              <a:buChar char="v"/>
              <a:defRPr sz="1200"/>
            </a:lvl2pPr>
            <a:lvl3pPr marL="685800" indent="0">
              <a:buFont typeface="Arial" panose="020B0604020202020204" pitchFamily="34" charset="0"/>
              <a:buChar char="•"/>
              <a:defRPr sz="750"/>
            </a:lvl3pPr>
            <a:lvl4pPr marL="1028700" indent="0">
              <a:buFont typeface="Arial" panose="020B0604020202020204" pitchFamily="34" charset="0"/>
              <a:buChar char="•"/>
              <a:defRPr sz="675"/>
            </a:lvl4pPr>
            <a:lvl5pPr marL="1371600" indent="0">
              <a:buFont typeface="Arial" panose="020B0604020202020204" pitchFamily="34" charset="0"/>
              <a:buChar char="•"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7BBA-F049-244B-AD7E-EEBE0D5BD018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43509-F259-4C45-9B66-8D0CAE6DF935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5EA42-C278-2B40-AF87-894DFC589EFD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0C63-0224-A147-B8C3-5898ED2FF34C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59F6F-14C3-4744-BF6B-F86F388A0C1C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F3A72-70A8-C04F-DB8D-173EEA9E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8E85-EC0F-3A8C-862C-351670D6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JP" dirty="0"/>
              <a:t>itle and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5D531-E050-60A7-B9CF-CAD7137DB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JP" sz="1800" dirty="0"/>
              <a:t>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37C3F-28CF-9EEC-DADA-831F6626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6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E363-E336-F766-2AB0-666A21AE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JP" dirty="0"/>
              <a:t>election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F4C80-B88E-E2EE-5814-F72684C14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dirty="0"/>
              <a:t>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A5D25-8914-86C1-5A3F-D12F3B06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1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CCB7-D12C-67BC-297F-B3848BD72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JP" dirty="0"/>
              <a:t>itle for two-content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2B0A-CB93-05C0-9AD4-B32553FB6F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JP" dirty="0"/>
              <a:t>eft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3998C-2175-A9AA-A720-92B6649526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JP" dirty="0"/>
              <a:t>ight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0C03F-CEB1-1EC3-C85A-0D24C0FD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4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7D2C1-949C-9C63-8A85-55D37881D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JP" dirty="0"/>
              <a:t>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D0C0B-E5F1-A1E3-0054-A951425A0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JP" dirty="0"/>
              <a:t>eft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B2C47-5241-761C-4A8B-DAEDDF52DD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JP" dirty="0"/>
              <a:t>eft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E88D8-07AB-92EF-A591-E5F0ECBAA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JP" dirty="0"/>
              <a:t>ight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EAE28-27CF-C68F-9836-E9CF6892E3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JP" dirty="0"/>
              <a:t>ight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10F8B-D033-B601-2CCC-4C57BBA9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0408-1B9C-5A46-B675-262756309232}" type="slidenum">
              <a:rPr lang="en-US" smtClean="0"/>
              <a:pPr/>
              <a:t>5</a:t>
            </a:fld>
            <a:fld id="{C5EF2332-01BF-834F-8236-50238282D53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0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E2AA-ECDA-E1F9-D4D2-DA59C942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T</a:t>
            </a:r>
            <a:r>
              <a:rPr lang="en-JP" dirty="0"/>
              <a:t>itle for content with caption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535E-F2E9-37A9-1916-ED58FDC00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dirty="0"/>
              <a:t>caption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E4505-F679-E5C0-AC58-059070400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T</a:t>
            </a:r>
            <a:r>
              <a:rPr lang="en-JP" dirty="0"/>
              <a:t>ext </a:t>
            </a:r>
          </a:p>
          <a:p>
            <a:pPr lvl="1"/>
            <a:r>
              <a:rPr lang="en-JP" dirty="0"/>
              <a:t>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8BB4C-E364-A7C5-B37E-9CB033C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4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7F2C-A098-8D74-106C-5C7A70D5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#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CF119-FF9C-4096-3856-851C4789C589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2A60C-A344-8B57-B131-3FDE2E0E6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JP" dirty="0"/>
              <a:t>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0466-5813-DCE9-006A-B4B994E2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7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68</Words>
  <Application>Microsoft Macintosh PowerPoint</Application>
  <PresentationFormat>On-screen Show (16:9)</PresentationFormat>
  <Paragraphs>32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Presentation Title</vt:lpstr>
      <vt:lpstr>Title and content</vt:lpstr>
      <vt:lpstr>Selection header</vt:lpstr>
      <vt:lpstr>Title for two-content</vt:lpstr>
      <vt:lpstr>Comparison</vt:lpstr>
      <vt:lpstr># Title for content with caption</vt:lpstr>
      <vt:lpstr>#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後藤 健一郎(is0724rp)</cp:lastModifiedBy>
  <cp:revision>16</cp:revision>
  <dcterms:created xsi:type="dcterms:W3CDTF">2017-06-05T14:10:58Z</dcterms:created>
  <dcterms:modified xsi:type="dcterms:W3CDTF">2026-02-23T09:38:27Z</dcterms:modified>
</cp:coreProperties>
</file>