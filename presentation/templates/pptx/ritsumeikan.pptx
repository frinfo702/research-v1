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2" autoAdjust="0"/>
    <p:restoredTop sz="80471" autoAdjust="0"/>
  </p:normalViewPr>
  <p:slideViewPr>
    <p:cSldViewPr snapToGrid="0" snapToObjects="1">
      <p:cViewPr varScale="1">
        <p:scale>
          <a:sx n="133" d="100"/>
          <a:sy n="133" d="100"/>
        </p:scale>
        <p:origin x="172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2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20"/>
            </a:lvl1pPr>
          </a:lstStyle>
          <a:p>
            <a:fld id="{0F9C1CCF-B725-44A7-AA57-5E433BD85C9F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2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2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5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148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785"/>
            </a:lvl1pPr>
            <a:lvl2pPr>
              <a:defRPr sz="1530"/>
            </a:lvl2pPr>
            <a:lvl3pPr>
              <a:defRPr sz="1275"/>
            </a:lvl3pPr>
            <a:lvl4pPr>
              <a:defRPr sz="1148"/>
            </a:lvl4pPr>
            <a:lvl5pPr>
              <a:defRPr sz="1148"/>
            </a:lvl5pPr>
            <a:lvl6pPr>
              <a:defRPr sz="1148"/>
            </a:lvl6pPr>
            <a:lvl7pPr>
              <a:defRPr sz="1148"/>
            </a:lvl7pPr>
            <a:lvl8pPr>
              <a:defRPr sz="1148"/>
            </a:lvl8pPr>
            <a:lvl9pPr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785"/>
            </a:lvl1pPr>
            <a:lvl2pPr>
              <a:defRPr sz="1530"/>
            </a:lvl2pPr>
            <a:lvl3pPr>
              <a:defRPr sz="1275"/>
            </a:lvl3pPr>
            <a:lvl4pPr>
              <a:defRPr sz="1148"/>
            </a:lvl4pPr>
            <a:lvl5pPr>
              <a:defRPr sz="1148"/>
            </a:lvl5pPr>
            <a:lvl6pPr>
              <a:defRPr sz="1148"/>
            </a:lvl6pPr>
            <a:lvl7pPr>
              <a:defRPr sz="1148"/>
            </a:lvl7pPr>
            <a:lvl8pPr>
              <a:defRPr sz="1148"/>
            </a:lvl8pPr>
            <a:lvl9pPr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342900" indent="0">
              <a:buNone/>
              <a:defRPr sz="1275" b="1"/>
            </a:lvl2pPr>
            <a:lvl3pPr marL="685800" indent="0">
              <a:buNone/>
              <a:defRPr sz="1148" b="1"/>
            </a:lvl3pPr>
            <a:lvl4pPr marL="1028700" indent="0">
              <a:buNone/>
              <a:defRPr sz="1020" b="1"/>
            </a:lvl4pPr>
            <a:lvl5pPr marL="1371600" indent="0">
              <a:buNone/>
              <a:defRPr sz="1020" b="1"/>
            </a:lvl5pPr>
            <a:lvl6pPr marL="1714500" indent="0">
              <a:buNone/>
              <a:defRPr sz="1020" b="1"/>
            </a:lvl6pPr>
            <a:lvl7pPr marL="2057400" indent="0">
              <a:buNone/>
              <a:defRPr sz="1020" b="1"/>
            </a:lvl7pPr>
            <a:lvl8pPr marL="2400300" indent="0">
              <a:buNone/>
              <a:defRPr sz="1020" b="1"/>
            </a:lvl8pPr>
            <a:lvl9pPr marL="274320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530"/>
            </a:lvl1pPr>
            <a:lvl2pPr>
              <a:defRPr sz="1275"/>
            </a:lvl2pPr>
            <a:lvl3pPr>
              <a:defRPr sz="1148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342900" indent="0">
              <a:buNone/>
              <a:defRPr sz="1275" b="1"/>
            </a:lvl2pPr>
            <a:lvl3pPr marL="685800" indent="0">
              <a:buNone/>
              <a:defRPr sz="1148" b="1"/>
            </a:lvl3pPr>
            <a:lvl4pPr marL="1028700" indent="0">
              <a:buNone/>
              <a:defRPr sz="1020" b="1"/>
            </a:lvl4pPr>
            <a:lvl5pPr marL="1371600" indent="0">
              <a:buNone/>
              <a:defRPr sz="1020" b="1"/>
            </a:lvl5pPr>
            <a:lvl6pPr marL="1714500" indent="0">
              <a:buNone/>
              <a:defRPr sz="1020" b="1"/>
            </a:lvl6pPr>
            <a:lvl7pPr marL="2057400" indent="0">
              <a:buNone/>
              <a:defRPr sz="1020" b="1"/>
            </a:lvl7pPr>
            <a:lvl8pPr marL="2400300" indent="0">
              <a:buNone/>
              <a:defRPr sz="1020" b="1"/>
            </a:lvl8pPr>
            <a:lvl9pPr marL="274320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530"/>
            </a:lvl1pPr>
            <a:lvl2pPr>
              <a:defRPr sz="1275"/>
            </a:lvl2pPr>
            <a:lvl3pPr>
              <a:defRPr sz="1148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27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040"/>
            </a:lvl1pPr>
            <a:lvl2pPr>
              <a:defRPr sz="1785"/>
            </a:lvl2pPr>
            <a:lvl3pPr>
              <a:defRPr sz="1530"/>
            </a:lvl3pPr>
            <a:lvl4pPr>
              <a:defRPr sz="1275"/>
            </a:lvl4pPr>
            <a:lvl5pPr>
              <a:defRPr sz="1275"/>
            </a:lvl5pPr>
            <a:lvl6pPr>
              <a:defRPr sz="1275"/>
            </a:lvl6pPr>
            <a:lvl7pPr>
              <a:defRPr sz="1275"/>
            </a:lvl7pPr>
            <a:lvl8pPr>
              <a:defRPr sz="1275"/>
            </a:lvl8pPr>
            <a:lvl9pPr>
              <a:defRPr sz="12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92"/>
            </a:lvl1pPr>
            <a:lvl2pPr marL="342900" indent="0">
              <a:buNone/>
              <a:defRPr sz="765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27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040"/>
            </a:lvl1pPr>
            <a:lvl2pPr marL="342900" indent="0">
              <a:buNone/>
              <a:defRPr sz="1785"/>
            </a:lvl2pPr>
            <a:lvl3pPr marL="685800" indent="0">
              <a:buNone/>
              <a:defRPr sz="1530"/>
            </a:lvl3pPr>
            <a:lvl4pPr marL="1028700" indent="0">
              <a:buNone/>
              <a:defRPr sz="1275"/>
            </a:lvl4pPr>
            <a:lvl5pPr marL="1371600" indent="0">
              <a:buNone/>
              <a:defRPr sz="1275"/>
            </a:lvl5pPr>
            <a:lvl6pPr marL="1714500" indent="0">
              <a:buNone/>
              <a:defRPr sz="1275"/>
            </a:lvl6pPr>
            <a:lvl7pPr marL="2057400" indent="0">
              <a:buNone/>
              <a:defRPr sz="1275"/>
            </a:lvl7pPr>
            <a:lvl8pPr marL="2400300" indent="0">
              <a:buNone/>
              <a:defRPr sz="1275"/>
            </a:lvl8pPr>
            <a:lvl9pPr marL="2743200" indent="0">
              <a:buNone/>
              <a:defRPr sz="127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92"/>
            </a:lvl1pPr>
            <a:lvl2pPr marL="342900" indent="0">
              <a:buNone/>
              <a:defRPr sz="765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red text&#10;&#10;AI-generated content may be incorrect.">
            <a:extLst>
              <a:ext uri="{FF2B5EF4-FFF2-40B4-BE49-F238E27FC236}">
                <a16:creationId xmlns:a16="http://schemas.microsoft.com/office/drawing/2014/main" id="{94CE729E-ACE1-D0A3-BA6A-AAC567CE2B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220047" y="4806304"/>
            <a:ext cx="703905" cy="19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8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78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777"/>
            <a:ext cx="8229600" cy="514352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5129"/>
            <a:ext cx="8229600" cy="39494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後藤 健一郎(is0724rp)</cp:lastModifiedBy>
  <cp:revision>8</cp:revision>
  <dcterms:created xsi:type="dcterms:W3CDTF">2017-06-05T14:10:58Z</dcterms:created>
  <dcterms:modified xsi:type="dcterms:W3CDTF">2026-02-08T12:03:07Z</dcterms:modified>
</cp:coreProperties>
</file>